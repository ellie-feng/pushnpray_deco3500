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47ABD6-8ABD-4FAB-8A5D-B8B3D1CFCF27}">
  <a:tblStyle styleId="{5D47ABD6-8ABD-4FAB-8A5D-B8B3D1CFCF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a5e266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a5e266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a5e266d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9a5e266d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a5e266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9a5e266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9a5e266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9a5e266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a5e266d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9a5e266d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Proposal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Push n Pray </a:t>
            </a:r>
            <a:r>
              <a:rPr lang="en"/>
              <a:t>🙏🏻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intro and strengths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068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team and its combined strengths (not individual bios)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Open communication, attention to detail, open-mindedness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Serendipitous Connections on Campus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domain/problem space, backed by your research; existing solutions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Concept app ‘Next2You’: connecting strangers based on proximity and routine using progressive disclosure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Automatic (whispers) → Technology-mediated (messaging) → Face-to-face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Ruby paper (Sketching with Strangers)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want to connect with strangers in shared physical spaces but rarely have a natural channel to do 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Strangers only share situational context (same campus) → how do we spark </a:t>
            </a:r>
            <a:r>
              <a:rPr lang="en"/>
              <a:t>engagement</a:t>
            </a:r>
            <a:r>
              <a:rPr lang="en"/>
              <a:t>, then give people a safe, low-</a:t>
            </a:r>
            <a:r>
              <a:rPr lang="en"/>
              <a:t>effort</a:t>
            </a:r>
            <a:r>
              <a:rPr lang="en"/>
              <a:t> way to act on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Reyana paper (It Takes Two)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opportunities &amp; concepts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590200" y="125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{5D47ABD6-8ABD-4FAB-8A5D-B8B3D1CFCF27}</a:tableStyleId>
              </a:tblPr>
              <a:tblGrid>
                <a:gridCol w="2654525"/>
                <a:gridCol w="2654525"/>
                <a:gridCol w="2654525"/>
              </a:tblGrid>
              <a:tr h="57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Synchronous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Asynchronous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120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Co-located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“Whispers” notifying students when repeatedly next to the same person e.g., in same lecture theatre row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Messages left behind for the next person to sit at the table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79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Distributed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 real-time voice connection between two students on opposite sides of </a:t>
                      </a:r>
                      <a:r>
                        <a:rPr lang="en" sz="1100"/>
                        <a:t>campus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Weekly digest showing students that they’ve unknowingly crossed paths with X people Y times in a week with option to meet up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Intended audience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4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Values: want playful, low-stakes ways to meet people while staying in control of how much they reveal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Skills: comfortable with apps, quick to pick up new social tools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Workflows: short bursts of free time between classes, socialising on the fly around campus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Priorities: real connections that don't cost time or feel like a performance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of work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of work - what we still need to find out and how we’ll investigate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Mind map/chart or timeline?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https://miro.com/app/board/uXjVHxJv0HE=/?share_link_id=947459036719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